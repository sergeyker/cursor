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8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Шпаргалка к собеседованию: GWARD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Подготовка к встречам с HR и Руководством</a:t>
            </a:r>
          </a:p>
          <a:p>
            <a:r>
              <a:t>(Конфиденциально, для кандидата)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Досье на компанию GWARD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 err="1"/>
              <a:t>Ключевые</a:t>
            </a:r>
            <a:r>
              <a:rPr sz="1800" dirty="0"/>
              <a:t> </a:t>
            </a:r>
            <a:r>
              <a:rPr sz="1800" dirty="0" err="1"/>
              <a:t>вводные</a:t>
            </a:r>
            <a:r>
              <a:rPr sz="1800" dirty="0"/>
              <a:t>:</a:t>
            </a:r>
          </a:p>
          <a:p>
            <a:r>
              <a:rPr sz="1800" dirty="0"/>
              <a:t>- </a:t>
            </a:r>
            <a:r>
              <a:rPr sz="1800" dirty="0" err="1"/>
              <a:t>Масштаб</a:t>
            </a:r>
            <a:r>
              <a:rPr sz="1800" dirty="0"/>
              <a:t>: </a:t>
            </a:r>
            <a:r>
              <a:rPr sz="1800" dirty="0" err="1"/>
              <a:t>Производитель</a:t>
            </a:r>
            <a:r>
              <a:rPr sz="1800" dirty="0"/>
              <a:t> СИЗ </a:t>
            </a:r>
            <a:r>
              <a:rPr sz="1800" dirty="0" err="1"/>
              <a:t>рук</a:t>
            </a:r>
            <a:r>
              <a:rPr sz="1800" dirty="0"/>
              <a:t> (&gt;140 </a:t>
            </a:r>
            <a:r>
              <a:rPr sz="1800" dirty="0" err="1"/>
              <a:t>моделей</a:t>
            </a:r>
            <a:r>
              <a:rPr sz="1800" dirty="0"/>
              <a:t>), </a:t>
            </a:r>
            <a:r>
              <a:rPr sz="1800" dirty="0" err="1"/>
              <a:t>отгружает</a:t>
            </a:r>
            <a:r>
              <a:rPr sz="1800" dirty="0"/>
              <a:t> &gt;3 </a:t>
            </a:r>
            <a:r>
              <a:rPr sz="1800" dirty="0" err="1"/>
              <a:t>млн</a:t>
            </a:r>
            <a:r>
              <a:rPr sz="1800" dirty="0"/>
              <a:t> </a:t>
            </a:r>
            <a:r>
              <a:rPr sz="1800" dirty="0" err="1"/>
              <a:t>пар</a:t>
            </a:r>
            <a:r>
              <a:rPr sz="1800" dirty="0"/>
              <a:t>/</a:t>
            </a:r>
            <a:r>
              <a:rPr sz="1800" dirty="0" err="1"/>
              <a:t>мес</a:t>
            </a:r>
            <a:r>
              <a:rPr sz="1800" dirty="0"/>
              <a:t>.</a:t>
            </a:r>
          </a:p>
          <a:p>
            <a:r>
              <a:rPr sz="1800" dirty="0"/>
              <a:t>- </a:t>
            </a:r>
            <a:r>
              <a:rPr sz="1800" dirty="0" err="1"/>
              <a:t>Лица</a:t>
            </a:r>
            <a:r>
              <a:rPr sz="1800" dirty="0"/>
              <a:t>: </a:t>
            </a:r>
            <a:r>
              <a:rPr sz="1800" dirty="0" err="1"/>
              <a:t>Максим</a:t>
            </a:r>
            <a:r>
              <a:rPr sz="1800" dirty="0"/>
              <a:t> </a:t>
            </a:r>
            <a:r>
              <a:rPr sz="1800" dirty="0" err="1"/>
              <a:t>Романенко</a:t>
            </a:r>
            <a:r>
              <a:rPr sz="1800" dirty="0"/>
              <a:t> (</a:t>
            </a:r>
            <a:r>
              <a:rPr sz="1800" dirty="0" err="1"/>
              <a:t>Владелец</a:t>
            </a:r>
            <a:r>
              <a:rPr sz="1800" dirty="0"/>
              <a:t>), </a:t>
            </a:r>
            <a:r>
              <a:rPr sz="1800" dirty="0" err="1"/>
              <a:t>Александр</a:t>
            </a:r>
            <a:r>
              <a:rPr sz="1800" dirty="0"/>
              <a:t> </a:t>
            </a:r>
            <a:r>
              <a:rPr sz="1800" dirty="0" err="1"/>
              <a:t>Ермаченко</a:t>
            </a:r>
            <a:r>
              <a:rPr sz="1800" dirty="0"/>
              <a:t> (</a:t>
            </a:r>
            <a:r>
              <a:rPr sz="1800" dirty="0" err="1"/>
              <a:t>Ген</a:t>
            </a:r>
            <a:r>
              <a:rPr sz="1800" dirty="0"/>
              <a:t>. </a:t>
            </a:r>
            <a:r>
              <a:rPr sz="1800" dirty="0" err="1"/>
              <a:t>директор</a:t>
            </a:r>
            <a:r>
              <a:rPr sz="1800" dirty="0"/>
              <a:t>).</a:t>
            </a:r>
          </a:p>
          <a:p>
            <a:r>
              <a:rPr sz="1800" dirty="0"/>
              <a:t>- </a:t>
            </a:r>
            <a:r>
              <a:rPr sz="1800" dirty="0" err="1"/>
              <a:t>Финансы</a:t>
            </a:r>
            <a:r>
              <a:rPr sz="1800" dirty="0"/>
              <a:t>: </a:t>
            </a:r>
            <a:r>
              <a:rPr sz="1800" dirty="0" err="1"/>
              <a:t>Выручка</a:t>
            </a:r>
            <a:r>
              <a:rPr sz="1800" dirty="0"/>
              <a:t> ~1.1-1.5 </a:t>
            </a:r>
            <a:r>
              <a:rPr sz="1800" dirty="0" err="1"/>
              <a:t>млрд</a:t>
            </a:r>
            <a:r>
              <a:rPr sz="1800" dirty="0"/>
              <a:t> </a:t>
            </a:r>
            <a:r>
              <a:rPr sz="1800" dirty="0" err="1"/>
              <a:t>руб</a:t>
            </a:r>
            <a:r>
              <a:rPr sz="1800" dirty="0"/>
              <a:t>. В 2024 </a:t>
            </a:r>
            <a:r>
              <a:rPr sz="1800" dirty="0" err="1"/>
              <a:t>году</a:t>
            </a:r>
            <a:r>
              <a:rPr sz="1800" dirty="0"/>
              <a:t> </a:t>
            </a:r>
            <a:r>
              <a:rPr sz="1800" dirty="0" err="1"/>
              <a:t>был</a:t>
            </a:r>
            <a:r>
              <a:rPr sz="1800" dirty="0"/>
              <a:t> </a:t>
            </a:r>
            <a:r>
              <a:rPr sz="1800" dirty="0" err="1"/>
              <a:t>спад</a:t>
            </a:r>
            <a:r>
              <a:rPr sz="1800" dirty="0"/>
              <a:t> </a:t>
            </a:r>
            <a:r>
              <a:rPr sz="1800" dirty="0" err="1"/>
              <a:t>выручки</a:t>
            </a:r>
            <a:r>
              <a:rPr sz="1800" dirty="0"/>
              <a:t> и </a:t>
            </a:r>
            <a:r>
              <a:rPr sz="1800" dirty="0" err="1"/>
              <a:t>минус</a:t>
            </a:r>
            <a:r>
              <a:rPr sz="1800" dirty="0"/>
              <a:t> </a:t>
            </a:r>
            <a:r>
              <a:rPr sz="1800" dirty="0" err="1"/>
              <a:t>по</a:t>
            </a:r>
            <a:r>
              <a:rPr sz="1800" dirty="0"/>
              <a:t> </a:t>
            </a:r>
            <a:r>
              <a:rPr sz="1800" dirty="0" err="1"/>
              <a:t>прибыли</a:t>
            </a:r>
            <a:r>
              <a:rPr sz="1800" dirty="0"/>
              <a:t>.</a:t>
            </a:r>
          </a:p>
          <a:p>
            <a:r>
              <a:rPr sz="1800" dirty="0"/>
              <a:t>- </a:t>
            </a:r>
            <a:r>
              <a:rPr sz="1800" dirty="0" err="1"/>
              <a:t>Модель</a:t>
            </a:r>
            <a:r>
              <a:rPr sz="1800" dirty="0"/>
              <a:t>: </a:t>
            </a:r>
            <a:r>
              <a:rPr sz="1800" dirty="0" err="1"/>
              <a:t>Огромные</a:t>
            </a:r>
            <a:r>
              <a:rPr sz="1800" dirty="0"/>
              <a:t> </a:t>
            </a:r>
            <a:r>
              <a:rPr sz="1800" dirty="0" err="1"/>
              <a:t>запасы</a:t>
            </a:r>
            <a:r>
              <a:rPr sz="1800" dirty="0"/>
              <a:t> </a:t>
            </a:r>
            <a:r>
              <a:rPr sz="1800" dirty="0" err="1"/>
              <a:t>на</a:t>
            </a:r>
            <a:r>
              <a:rPr sz="1800" dirty="0"/>
              <a:t> </a:t>
            </a:r>
            <a:r>
              <a:rPr sz="1800" dirty="0" err="1"/>
              <a:t>складах</a:t>
            </a:r>
            <a:r>
              <a:rPr sz="1800" dirty="0"/>
              <a:t> (5-300 </a:t>
            </a:r>
            <a:r>
              <a:rPr sz="1800" dirty="0" err="1"/>
              <a:t>тыс</a:t>
            </a:r>
            <a:r>
              <a:rPr sz="1800" dirty="0"/>
              <a:t>. </a:t>
            </a:r>
            <a:r>
              <a:rPr sz="1800" dirty="0" err="1"/>
              <a:t>пар</a:t>
            </a:r>
            <a:r>
              <a:rPr sz="1800" dirty="0"/>
              <a:t> </a:t>
            </a:r>
            <a:r>
              <a:rPr sz="1800" dirty="0" err="1"/>
              <a:t>каждой</a:t>
            </a:r>
            <a:r>
              <a:rPr sz="1800" dirty="0"/>
              <a:t> </a:t>
            </a:r>
            <a:r>
              <a:rPr sz="1800" dirty="0" err="1"/>
              <a:t>модели</a:t>
            </a:r>
            <a:r>
              <a:rPr sz="1800" dirty="0"/>
              <a:t>) </a:t>
            </a:r>
            <a:r>
              <a:rPr sz="1800" dirty="0" err="1"/>
              <a:t>для</a:t>
            </a:r>
            <a:r>
              <a:rPr sz="1800" dirty="0"/>
              <a:t> </a:t>
            </a:r>
            <a:r>
              <a:rPr sz="1800" dirty="0" err="1"/>
              <a:t>отгрузки</a:t>
            </a:r>
            <a:r>
              <a:rPr sz="1800" dirty="0"/>
              <a:t> </a:t>
            </a:r>
            <a:r>
              <a:rPr sz="1800" dirty="0" err="1"/>
              <a:t>за</a:t>
            </a:r>
            <a:r>
              <a:rPr sz="1800" dirty="0"/>
              <a:t> 48 </a:t>
            </a:r>
            <a:r>
              <a:rPr sz="1800" dirty="0" err="1"/>
              <a:t>часов</a:t>
            </a:r>
            <a:r>
              <a:rPr sz="180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Инсайд: Почему они ищут Комдира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 err="1"/>
              <a:t>Они</a:t>
            </a:r>
            <a:r>
              <a:rPr sz="1800" dirty="0"/>
              <a:t> </a:t>
            </a:r>
            <a:r>
              <a:rPr sz="1800" dirty="0" err="1"/>
              <a:t>уперлись</a:t>
            </a:r>
            <a:r>
              <a:rPr sz="1800" dirty="0"/>
              <a:t> в </a:t>
            </a:r>
            <a:r>
              <a:rPr sz="1800" dirty="0" err="1"/>
              <a:t>потолок</a:t>
            </a:r>
            <a:r>
              <a:rPr sz="1800" dirty="0"/>
              <a:t> </a:t>
            </a:r>
            <a:r>
              <a:rPr sz="1800" dirty="0" err="1"/>
              <a:t>старой</a:t>
            </a:r>
            <a:r>
              <a:rPr sz="1800" dirty="0"/>
              <a:t> </a:t>
            </a:r>
            <a:r>
              <a:rPr sz="1800" dirty="0" err="1"/>
              <a:t>модели</a:t>
            </a:r>
            <a:r>
              <a:rPr sz="1800" dirty="0"/>
              <a:t> </a:t>
            </a:r>
            <a:r>
              <a:rPr sz="1800" dirty="0" err="1"/>
              <a:t>продаж</a:t>
            </a:r>
            <a:r>
              <a:rPr sz="1800" dirty="0"/>
              <a:t>:</a:t>
            </a:r>
          </a:p>
          <a:p>
            <a:r>
              <a:rPr sz="1800" dirty="0"/>
              <a:t>- </a:t>
            </a:r>
            <a:r>
              <a:rPr sz="1800" dirty="0" err="1"/>
              <a:t>Замороженные</a:t>
            </a:r>
            <a:r>
              <a:rPr sz="1800" dirty="0"/>
              <a:t> </a:t>
            </a:r>
            <a:r>
              <a:rPr sz="1800" dirty="0" err="1"/>
              <a:t>деньги</a:t>
            </a:r>
            <a:r>
              <a:rPr sz="1800" dirty="0"/>
              <a:t>: </a:t>
            </a:r>
            <a:r>
              <a:rPr sz="1800" dirty="0" err="1"/>
              <a:t>Переизбыток</a:t>
            </a:r>
            <a:r>
              <a:rPr sz="1800" dirty="0"/>
              <a:t> </a:t>
            </a:r>
            <a:r>
              <a:rPr sz="1800" dirty="0" err="1"/>
              <a:t>товара</a:t>
            </a:r>
            <a:r>
              <a:rPr sz="1800" dirty="0"/>
              <a:t> </a:t>
            </a:r>
            <a:r>
              <a:rPr sz="1800" dirty="0" err="1"/>
              <a:t>на</a:t>
            </a:r>
            <a:r>
              <a:rPr sz="1800" dirty="0"/>
              <a:t> </a:t>
            </a:r>
            <a:r>
              <a:rPr sz="1800" dirty="0" err="1"/>
              <a:t>складах</a:t>
            </a:r>
            <a:r>
              <a:rPr sz="1800" dirty="0"/>
              <a:t> (</a:t>
            </a:r>
            <a:r>
              <a:rPr sz="1800" dirty="0" err="1"/>
              <a:t>ради</a:t>
            </a:r>
            <a:r>
              <a:rPr sz="1800" dirty="0"/>
              <a:t> </a:t>
            </a:r>
            <a:r>
              <a:rPr sz="1800" dirty="0" err="1"/>
              <a:t>отгрузки</a:t>
            </a:r>
            <a:r>
              <a:rPr sz="1800" dirty="0"/>
              <a:t> </a:t>
            </a:r>
            <a:r>
              <a:rPr sz="1800" dirty="0" err="1"/>
              <a:t>за</a:t>
            </a:r>
            <a:r>
              <a:rPr sz="1800" dirty="0"/>
              <a:t> 48ч) </a:t>
            </a:r>
            <a:r>
              <a:rPr sz="1800" dirty="0" err="1"/>
              <a:t>съедает</a:t>
            </a:r>
            <a:r>
              <a:rPr sz="1800" dirty="0"/>
              <a:t> P&amp;L.</a:t>
            </a:r>
          </a:p>
          <a:p>
            <a:r>
              <a:rPr sz="1800" dirty="0"/>
              <a:t>- </a:t>
            </a:r>
            <a:r>
              <a:rPr sz="1800" dirty="0" err="1"/>
              <a:t>Демпинг</a:t>
            </a:r>
            <a:r>
              <a:rPr sz="1800" dirty="0"/>
              <a:t> и </a:t>
            </a:r>
            <a:r>
              <a:rPr sz="1800" dirty="0" err="1"/>
              <a:t>дилеры</a:t>
            </a:r>
            <a:r>
              <a:rPr sz="1800" dirty="0"/>
              <a:t>: </a:t>
            </a:r>
            <a:r>
              <a:rPr sz="1800" dirty="0" err="1"/>
              <a:t>Отсутствие</a:t>
            </a:r>
            <a:r>
              <a:rPr sz="1800" dirty="0"/>
              <a:t> </a:t>
            </a:r>
            <a:r>
              <a:rPr sz="1800" dirty="0" err="1"/>
              <a:t>жесткой</a:t>
            </a:r>
            <a:r>
              <a:rPr sz="1800" dirty="0"/>
              <a:t> </a:t>
            </a:r>
            <a:r>
              <a:rPr sz="1800" dirty="0" err="1"/>
              <a:t>коммерческой</a:t>
            </a:r>
            <a:r>
              <a:rPr sz="1800" dirty="0"/>
              <a:t> </a:t>
            </a:r>
            <a:r>
              <a:rPr sz="1800" dirty="0" err="1"/>
              <a:t>политики</a:t>
            </a:r>
            <a:r>
              <a:rPr sz="1800" dirty="0"/>
              <a:t> и </a:t>
            </a:r>
            <a:r>
              <a:rPr sz="1800" dirty="0" err="1"/>
              <a:t>контроля</a:t>
            </a:r>
            <a:r>
              <a:rPr sz="1800" dirty="0"/>
              <a:t> РРЦ.</a:t>
            </a:r>
          </a:p>
          <a:p>
            <a:r>
              <a:rPr sz="1800" dirty="0"/>
              <a:t>- </a:t>
            </a:r>
            <a:r>
              <a:rPr sz="1800" dirty="0" err="1"/>
              <a:t>Отдел</a:t>
            </a:r>
            <a:r>
              <a:rPr sz="1800" dirty="0"/>
              <a:t> </a:t>
            </a:r>
            <a:r>
              <a:rPr sz="1800" dirty="0" err="1"/>
              <a:t>продаж</a:t>
            </a:r>
            <a:r>
              <a:rPr sz="1800" dirty="0"/>
              <a:t> (30+ </a:t>
            </a:r>
            <a:r>
              <a:rPr sz="1800" dirty="0" err="1"/>
              <a:t>человек</a:t>
            </a:r>
            <a:r>
              <a:rPr sz="1800" dirty="0"/>
              <a:t>): </a:t>
            </a:r>
            <a:r>
              <a:rPr sz="1800" dirty="0" err="1"/>
              <a:t>Продают</a:t>
            </a:r>
            <a:r>
              <a:rPr sz="1800" dirty="0"/>
              <a:t> </a:t>
            </a:r>
            <a:r>
              <a:rPr sz="1800" dirty="0" err="1"/>
              <a:t>объем</a:t>
            </a:r>
            <a:r>
              <a:rPr sz="1800" dirty="0"/>
              <a:t>, а </a:t>
            </a:r>
            <a:r>
              <a:rPr sz="1800" dirty="0" err="1"/>
              <a:t>не</a:t>
            </a:r>
            <a:r>
              <a:rPr sz="1800" dirty="0"/>
              <a:t> </a:t>
            </a:r>
            <a:r>
              <a:rPr sz="1800" dirty="0" err="1"/>
              <a:t>маржу</a:t>
            </a:r>
            <a:r>
              <a:rPr sz="1800" dirty="0"/>
              <a:t>. </a:t>
            </a:r>
            <a:r>
              <a:rPr sz="1800" dirty="0" err="1"/>
              <a:t>Не</a:t>
            </a:r>
            <a:r>
              <a:rPr sz="1800" dirty="0"/>
              <a:t> </a:t>
            </a:r>
            <a:r>
              <a:rPr sz="1800" dirty="0" err="1"/>
              <a:t>хватает</a:t>
            </a:r>
            <a:r>
              <a:rPr sz="1800" dirty="0"/>
              <a:t> </a:t>
            </a:r>
            <a:r>
              <a:rPr sz="1800" dirty="0" err="1"/>
              <a:t>оцифровки</a:t>
            </a:r>
            <a:r>
              <a:rPr sz="1800" dirty="0"/>
              <a:t> и CRM.</a:t>
            </a:r>
          </a:p>
          <a:p>
            <a:r>
              <a:rPr sz="1800" dirty="0"/>
              <a:t>--&gt; ИМ НУЖЕН: </a:t>
            </a:r>
            <a:r>
              <a:rPr sz="1800" dirty="0" err="1"/>
              <a:t>Архитектор</a:t>
            </a:r>
            <a:r>
              <a:rPr sz="1800" dirty="0"/>
              <a:t>, </a:t>
            </a:r>
            <a:r>
              <a:rPr sz="1800" dirty="0" err="1"/>
              <a:t>который</a:t>
            </a:r>
            <a:r>
              <a:rPr sz="1800" dirty="0"/>
              <a:t> </a:t>
            </a:r>
            <a:r>
              <a:rPr sz="1800" dirty="0" err="1"/>
              <a:t>остановит</a:t>
            </a:r>
            <a:r>
              <a:rPr sz="1800" dirty="0"/>
              <a:t> '</a:t>
            </a:r>
            <a:r>
              <a:rPr sz="1800" dirty="0" err="1"/>
              <a:t>разбазаривание</a:t>
            </a:r>
            <a:r>
              <a:rPr sz="1800" dirty="0"/>
              <a:t>' и </a:t>
            </a:r>
            <a:r>
              <a:rPr sz="1800" dirty="0" err="1"/>
              <a:t>выведет</a:t>
            </a:r>
            <a:r>
              <a:rPr sz="1800" dirty="0"/>
              <a:t> </a:t>
            </a:r>
            <a:r>
              <a:rPr sz="1800" dirty="0" err="1"/>
              <a:t>прибыль</a:t>
            </a:r>
            <a:r>
              <a:rPr sz="1800" dirty="0"/>
              <a:t> в </a:t>
            </a:r>
            <a:r>
              <a:rPr sz="1800" dirty="0" err="1"/>
              <a:t>плюс</a:t>
            </a:r>
            <a:r>
              <a:rPr sz="18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Стратегия: Разговор с HR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 err="1"/>
              <a:t>Цель</a:t>
            </a:r>
            <a:r>
              <a:rPr sz="1800" dirty="0"/>
              <a:t>: </a:t>
            </a:r>
            <a:r>
              <a:rPr sz="1800" dirty="0" err="1"/>
              <a:t>Показать</a:t>
            </a:r>
            <a:r>
              <a:rPr sz="1800" dirty="0"/>
              <a:t> </a:t>
            </a:r>
            <a:r>
              <a:rPr sz="1800" dirty="0" err="1"/>
              <a:t>адекватность</a:t>
            </a:r>
            <a:r>
              <a:rPr sz="1800" dirty="0"/>
              <a:t>, '</a:t>
            </a:r>
            <a:r>
              <a:rPr sz="1800" dirty="0" err="1"/>
              <a:t>софты</a:t>
            </a:r>
            <a:r>
              <a:rPr sz="1800" dirty="0"/>
              <a:t>' и </a:t>
            </a:r>
            <a:r>
              <a:rPr sz="1800" dirty="0" err="1"/>
              <a:t>масштаб</a:t>
            </a:r>
            <a:r>
              <a:rPr sz="1800" dirty="0"/>
              <a:t>.</a:t>
            </a:r>
          </a:p>
          <a:p>
            <a:r>
              <a:rPr sz="1800" dirty="0"/>
              <a:t>- </a:t>
            </a:r>
            <a:r>
              <a:rPr sz="1800" dirty="0" err="1"/>
              <a:t>Внутренний</a:t>
            </a:r>
            <a:r>
              <a:rPr sz="1800" dirty="0"/>
              <a:t> </a:t>
            </a:r>
            <a:r>
              <a:rPr sz="1800" dirty="0" err="1"/>
              <a:t>кандидат</a:t>
            </a:r>
            <a:r>
              <a:rPr sz="1800" dirty="0"/>
              <a:t>: </a:t>
            </a:r>
            <a:r>
              <a:rPr sz="1800" dirty="0" err="1"/>
              <a:t>Согласитесь</a:t>
            </a:r>
            <a:r>
              <a:rPr sz="1800" dirty="0"/>
              <a:t>, </a:t>
            </a:r>
            <a:r>
              <a:rPr sz="1800" dirty="0" err="1"/>
              <a:t>что</a:t>
            </a:r>
            <a:r>
              <a:rPr sz="1800" dirty="0"/>
              <a:t> </a:t>
            </a:r>
            <a:r>
              <a:rPr sz="1800" dirty="0" err="1"/>
              <a:t>им</a:t>
            </a:r>
            <a:r>
              <a:rPr sz="1800" dirty="0"/>
              <a:t> </a:t>
            </a:r>
            <a:r>
              <a:rPr sz="1800" dirty="0" err="1"/>
              <a:t>нужен</a:t>
            </a:r>
            <a:r>
              <a:rPr sz="1800" dirty="0"/>
              <a:t> </a:t>
            </a:r>
            <a:r>
              <a:rPr sz="1800" dirty="0" err="1"/>
              <a:t>человек</a:t>
            </a:r>
            <a:r>
              <a:rPr sz="1800" dirty="0"/>
              <a:t> с '</a:t>
            </a:r>
            <a:r>
              <a:rPr sz="1800" dirty="0" err="1"/>
              <a:t>внешней</a:t>
            </a:r>
            <a:r>
              <a:rPr sz="1800" dirty="0"/>
              <a:t> </a:t>
            </a:r>
            <a:r>
              <a:rPr sz="1800" dirty="0" err="1"/>
              <a:t>насмотренностью</a:t>
            </a:r>
            <a:r>
              <a:rPr sz="1800" dirty="0"/>
              <a:t>'. </a:t>
            </a:r>
            <a:r>
              <a:rPr sz="1800" dirty="0" err="1"/>
              <a:t>Ваш</a:t>
            </a:r>
            <a:r>
              <a:rPr sz="1800" dirty="0"/>
              <a:t> </a:t>
            </a:r>
            <a:r>
              <a:rPr sz="1800" dirty="0" err="1"/>
              <a:t>опыт</a:t>
            </a:r>
            <a:r>
              <a:rPr sz="1800" dirty="0"/>
              <a:t> в Ansell и Portwest </a:t>
            </a:r>
            <a:r>
              <a:rPr sz="1800" dirty="0" err="1"/>
              <a:t>идеален</a:t>
            </a:r>
            <a:r>
              <a:rPr sz="1800" dirty="0"/>
              <a:t>.</a:t>
            </a:r>
          </a:p>
          <a:p>
            <a:r>
              <a:rPr sz="1800" dirty="0"/>
              <a:t>- </a:t>
            </a:r>
            <a:r>
              <a:rPr sz="1800" dirty="0" err="1"/>
              <a:t>Позиционирование</a:t>
            </a:r>
            <a:r>
              <a:rPr sz="1800" dirty="0"/>
              <a:t>: </a:t>
            </a:r>
            <a:r>
              <a:rPr sz="1800" dirty="0" err="1"/>
              <a:t>Вы</a:t>
            </a:r>
            <a:r>
              <a:rPr sz="1800" dirty="0"/>
              <a:t> </a:t>
            </a:r>
            <a:r>
              <a:rPr sz="1800" dirty="0" err="1"/>
              <a:t>не</a:t>
            </a:r>
            <a:r>
              <a:rPr sz="1800" dirty="0"/>
              <a:t> '</a:t>
            </a:r>
            <a:r>
              <a:rPr sz="1800" dirty="0" err="1"/>
              <a:t>супер-продавец</a:t>
            </a:r>
            <a:r>
              <a:rPr sz="1800" dirty="0"/>
              <a:t>', </a:t>
            </a:r>
            <a:r>
              <a:rPr sz="1800" dirty="0" err="1"/>
              <a:t>вы</a:t>
            </a:r>
            <a:r>
              <a:rPr sz="1800" dirty="0"/>
              <a:t> — </a:t>
            </a:r>
            <a:r>
              <a:rPr sz="1800" dirty="0" err="1"/>
              <a:t>системный</a:t>
            </a:r>
            <a:r>
              <a:rPr sz="1800" dirty="0"/>
              <a:t> </a:t>
            </a:r>
            <a:r>
              <a:rPr sz="1800" dirty="0" err="1"/>
              <a:t>управленец</a:t>
            </a:r>
            <a:r>
              <a:rPr sz="1800" dirty="0"/>
              <a:t>, </a:t>
            </a:r>
            <a:r>
              <a:rPr sz="1800" dirty="0" err="1"/>
              <a:t>который</a:t>
            </a:r>
            <a:r>
              <a:rPr sz="1800" dirty="0"/>
              <a:t> </a:t>
            </a:r>
            <a:r>
              <a:rPr sz="1800" dirty="0" err="1"/>
              <a:t>внедряет</a:t>
            </a:r>
            <a:r>
              <a:rPr sz="1800" dirty="0"/>
              <a:t> </a:t>
            </a:r>
            <a:r>
              <a:rPr sz="1800" dirty="0" err="1"/>
              <a:t>аналитику</a:t>
            </a:r>
            <a:r>
              <a:rPr sz="1800" dirty="0"/>
              <a:t> и CRM.</a:t>
            </a:r>
          </a:p>
          <a:p>
            <a:r>
              <a:rPr sz="1800" dirty="0"/>
              <a:t>- </a:t>
            </a:r>
            <a:r>
              <a:rPr sz="1800" dirty="0" err="1"/>
              <a:t>Продукт</a:t>
            </a:r>
            <a:r>
              <a:rPr sz="1800" dirty="0"/>
              <a:t>: </a:t>
            </a:r>
            <a:r>
              <a:rPr sz="1800" dirty="0" err="1"/>
              <a:t>Знаете</a:t>
            </a:r>
            <a:r>
              <a:rPr sz="1800" dirty="0"/>
              <a:t> </a:t>
            </a:r>
            <a:r>
              <a:rPr sz="1800" dirty="0" err="1"/>
              <a:t>рынок</a:t>
            </a:r>
            <a:r>
              <a:rPr sz="1800" dirty="0"/>
              <a:t> СИЗ, </a:t>
            </a:r>
            <a:r>
              <a:rPr sz="1800" dirty="0" err="1"/>
              <a:t>понимаете</a:t>
            </a:r>
            <a:r>
              <a:rPr sz="1800" dirty="0"/>
              <a:t>, </a:t>
            </a:r>
            <a:r>
              <a:rPr sz="1800" dirty="0" err="1"/>
              <a:t>как</a:t>
            </a:r>
            <a:r>
              <a:rPr sz="1800" dirty="0"/>
              <a:t> </a:t>
            </a:r>
            <a:r>
              <a:rPr sz="1800" dirty="0" err="1"/>
              <a:t>забрать</a:t>
            </a:r>
            <a:r>
              <a:rPr sz="1800" dirty="0"/>
              <a:t> </a:t>
            </a:r>
            <a:r>
              <a:rPr sz="1800" dirty="0" err="1"/>
              <a:t>долю</a:t>
            </a:r>
            <a:r>
              <a:rPr sz="1800" dirty="0"/>
              <a:t> у </a:t>
            </a:r>
            <a:r>
              <a:rPr sz="1800" dirty="0" err="1"/>
              <a:t>ушедших</a:t>
            </a:r>
            <a:r>
              <a:rPr sz="1800" dirty="0"/>
              <a:t> '</a:t>
            </a:r>
            <a:r>
              <a:rPr sz="1800" dirty="0" err="1"/>
              <a:t>европейцев</a:t>
            </a:r>
            <a:r>
              <a:rPr sz="1800" dirty="0"/>
              <a:t>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Легенда: Уход из Blesk InCare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 err="1"/>
              <a:t>Как</a:t>
            </a:r>
            <a:r>
              <a:rPr sz="1800" dirty="0"/>
              <a:t> </a:t>
            </a:r>
            <a:r>
              <a:rPr sz="1800" dirty="0" err="1"/>
              <a:t>правильно</a:t>
            </a:r>
            <a:r>
              <a:rPr sz="1800" dirty="0"/>
              <a:t> </a:t>
            </a:r>
            <a:r>
              <a:rPr sz="1800" dirty="0" err="1"/>
              <a:t>объяснить</a:t>
            </a:r>
            <a:r>
              <a:rPr sz="1800" dirty="0"/>
              <a:t> </a:t>
            </a:r>
            <a:r>
              <a:rPr sz="1800" dirty="0" err="1"/>
              <a:t>ситуацию</a:t>
            </a:r>
            <a:r>
              <a:rPr sz="1800" dirty="0"/>
              <a:t> </a:t>
            </a:r>
            <a:r>
              <a:rPr sz="1800" dirty="0" err="1"/>
              <a:t>без</a:t>
            </a:r>
            <a:r>
              <a:rPr sz="1800" dirty="0"/>
              <a:t> </a:t>
            </a:r>
            <a:r>
              <a:rPr sz="1800" dirty="0" err="1"/>
              <a:t>негатива</a:t>
            </a:r>
            <a:r>
              <a:rPr sz="1800" dirty="0"/>
              <a:t>:</a:t>
            </a:r>
          </a:p>
          <a:p>
            <a:r>
              <a:rPr sz="1800" dirty="0"/>
              <a:t>1. '3 </a:t>
            </a:r>
            <a:r>
              <a:rPr sz="1800" dirty="0" err="1"/>
              <a:t>года</a:t>
            </a:r>
            <a:r>
              <a:rPr sz="1800" dirty="0"/>
              <a:t> </a:t>
            </a:r>
            <a:r>
              <a:rPr sz="1800" dirty="0" err="1"/>
              <a:t>успешно</a:t>
            </a:r>
            <a:r>
              <a:rPr sz="1800" dirty="0"/>
              <a:t> </a:t>
            </a:r>
            <a:r>
              <a:rPr sz="1800" dirty="0" err="1"/>
              <a:t>строил</a:t>
            </a:r>
            <a:r>
              <a:rPr sz="1800" dirty="0"/>
              <a:t> </a:t>
            </a:r>
            <a:r>
              <a:rPr sz="1800" dirty="0" err="1"/>
              <a:t>коммерцию</a:t>
            </a:r>
            <a:r>
              <a:rPr sz="1800" dirty="0"/>
              <a:t> (</a:t>
            </a:r>
            <a:r>
              <a:rPr sz="1800" dirty="0" err="1"/>
              <a:t>Текстиль</a:t>
            </a:r>
            <a:r>
              <a:rPr sz="1800" dirty="0"/>
              <a:t>), </a:t>
            </a:r>
            <a:r>
              <a:rPr sz="1800" dirty="0" err="1"/>
              <a:t>перевыполнял</a:t>
            </a:r>
            <a:r>
              <a:rPr sz="1800" dirty="0"/>
              <a:t> </a:t>
            </a:r>
            <a:r>
              <a:rPr sz="1800" dirty="0" err="1"/>
              <a:t>планы</a:t>
            </a:r>
            <a:r>
              <a:rPr sz="1800" dirty="0"/>
              <a:t>.'</a:t>
            </a:r>
          </a:p>
          <a:p>
            <a:r>
              <a:rPr sz="1800" dirty="0"/>
              <a:t>2. '</a:t>
            </a:r>
            <a:r>
              <a:rPr sz="1800" dirty="0" err="1"/>
              <a:t>Доверили</a:t>
            </a:r>
            <a:r>
              <a:rPr sz="1800" dirty="0"/>
              <a:t> </a:t>
            </a:r>
            <a:r>
              <a:rPr sz="1800" dirty="0" err="1"/>
              <a:t>сложный</a:t>
            </a:r>
            <a:r>
              <a:rPr sz="1800" dirty="0"/>
              <a:t> </a:t>
            </a:r>
            <a:r>
              <a:rPr sz="1800" dirty="0" err="1"/>
              <a:t>кризисный</a:t>
            </a:r>
            <a:r>
              <a:rPr sz="1800" dirty="0"/>
              <a:t> </a:t>
            </a:r>
            <a:r>
              <a:rPr sz="1800" dirty="0" err="1"/>
              <a:t>проект</a:t>
            </a:r>
            <a:r>
              <a:rPr sz="1800" dirty="0"/>
              <a:t> </a:t>
            </a:r>
            <a:r>
              <a:rPr sz="1800" dirty="0" err="1"/>
              <a:t>по</a:t>
            </a:r>
            <a:r>
              <a:rPr sz="1800" dirty="0"/>
              <a:t> </a:t>
            </a:r>
            <a:r>
              <a:rPr sz="1800" dirty="0" err="1"/>
              <a:t>логистике</a:t>
            </a:r>
            <a:r>
              <a:rPr sz="1800" dirty="0"/>
              <a:t> </a:t>
            </a:r>
            <a:r>
              <a:rPr sz="1800" dirty="0" err="1"/>
              <a:t>перед</a:t>
            </a:r>
            <a:r>
              <a:rPr sz="1800" dirty="0"/>
              <a:t> </a:t>
            </a:r>
            <a:r>
              <a:rPr sz="1800" dirty="0" err="1"/>
              <a:t>самым</a:t>
            </a:r>
            <a:r>
              <a:rPr sz="1800" dirty="0"/>
              <a:t> </a:t>
            </a:r>
            <a:r>
              <a:rPr sz="1800" dirty="0" err="1"/>
              <a:t>сезоном</a:t>
            </a:r>
            <a:r>
              <a:rPr sz="1800" dirty="0"/>
              <a:t> с </a:t>
            </a:r>
            <a:r>
              <a:rPr sz="1800" dirty="0" err="1"/>
              <a:t>внедрением</a:t>
            </a:r>
            <a:r>
              <a:rPr sz="1800" dirty="0"/>
              <a:t> </a:t>
            </a:r>
            <a:r>
              <a:rPr sz="1800" dirty="0" err="1"/>
              <a:t>сырой</a:t>
            </a:r>
            <a:r>
              <a:rPr sz="1800" dirty="0"/>
              <a:t> 1С.'</a:t>
            </a:r>
          </a:p>
          <a:p>
            <a:r>
              <a:rPr sz="1800" dirty="0"/>
              <a:t>3. '</a:t>
            </a:r>
            <a:r>
              <a:rPr sz="1800" dirty="0" err="1"/>
              <a:t>Вскрылся</a:t>
            </a:r>
            <a:r>
              <a:rPr sz="1800" dirty="0"/>
              <a:t> </a:t>
            </a:r>
            <a:r>
              <a:rPr sz="1800" dirty="0" err="1"/>
              <a:t>минус</a:t>
            </a:r>
            <a:r>
              <a:rPr sz="1800" dirty="0"/>
              <a:t> </a:t>
            </a:r>
            <a:r>
              <a:rPr sz="1800" dirty="0" err="1"/>
              <a:t>матричной</a:t>
            </a:r>
            <a:r>
              <a:rPr sz="1800" dirty="0"/>
              <a:t> </a:t>
            </a:r>
            <a:r>
              <a:rPr sz="1800" dirty="0" err="1"/>
              <a:t>структуры</a:t>
            </a:r>
            <a:r>
              <a:rPr sz="1800" dirty="0"/>
              <a:t>: </a:t>
            </a:r>
            <a:r>
              <a:rPr sz="1800" dirty="0" err="1"/>
              <a:t>ответственность</a:t>
            </a:r>
            <a:r>
              <a:rPr sz="1800" dirty="0"/>
              <a:t> </a:t>
            </a:r>
            <a:r>
              <a:rPr sz="1800" dirty="0" err="1"/>
              <a:t>на</a:t>
            </a:r>
            <a:r>
              <a:rPr sz="1800" dirty="0"/>
              <a:t> </a:t>
            </a:r>
            <a:r>
              <a:rPr sz="1800" dirty="0" err="1"/>
              <a:t>мне</a:t>
            </a:r>
            <a:r>
              <a:rPr sz="1800" dirty="0"/>
              <a:t>, а </a:t>
            </a:r>
            <a:r>
              <a:rPr sz="1800" dirty="0" err="1"/>
              <a:t>управление</a:t>
            </a:r>
            <a:r>
              <a:rPr sz="1800" dirty="0"/>
              <a:t> </a:t>
            </a:r>
            <a:r>
              <a:rPr sz="1800" dirty="0" err="1"/>
              <a:t>исполнителями</a:t>
            </a:r>
            <a:r>
              <a:rPr sz="1800" dirty="0"/>
              <a:t> (</a:t>
            </a:r>
            <a:r>
              <a:rPr sz="1800" dirty="0" err="1"/>
              <a:t>водителями</a:t>
            </a:r>
            <a:r>
              <a:rPr sz="1800" dirty="0"/>
              <a:t>) - у </a:t>
            </a:r>
            <a:r>
              <a:rPr sz="1800" dirty="0" err="1"/>
              <a:t>других</a:t>
            </a:r>
            <a:r>
              <a:rPr sz="1800" dirty="0"/>
              <a:t>.'</a:t>
            </a:r>
          </a:p>
          <a:p>
            <a:r>
              <a:rPr sz="1800" dirty="0"/>
              <a:t>4. '</a:t>
            </a:r>
            <a:r>
              <a:rPr sz="1800" dirty="0" err="1"/>
              <a:t>Нам</a:t>
            </a:r>
            <a:r>
              <a:rPr sz="1800" dirty="0"/>
              <a:t> </a:t>
            </a:r>
            <a:r>
              <a:rPr sz="1800" dirty="0" err="1"/>
              <a:t>требовалась</a:t>
            </a:r>
            <a:r>
              <a:rPr sz="1800" dirty="0"/>
              <a:t> </a:t>
            </a:r>
            <a:r>
              <a:rPr sz="1800" dirty="0" err="1"/>
              <a:t>жесткая</a:t>
            </a:r>
            <a:r>
              <a:rPr sz="1800" dirty="0"/>
              <a:t> </a:t>
            </a:r>
            <a:r>
              <a:rPr sz="1800" dirty="0" err="1"/>
              <a:t>централизация</a:t>
            </a:r>
            <a:r>
              <a:rPr sz="1800" dirty="0"/>
              <a:t>, </a:t>
            </a:r>
            <a:r>
              <a:rPr sz="1800" dirty="0" err="1"/>
              <a:t>но</a:t>
            </a:r>
            <a:r>
              <a:rPr sz="1800" dirty="0"/>
              <a:t> </a:t>
            </a:r>
            <a:r>
              <a:rPr sz="1800" dirty="0" err="1"/>
              <a:t>руководство</a:t>
            </a:r>
            <a:r>
              <a:rPr sz="1800" dirty="0"/>
              <a:t> </a:t>
            </a:r>
            <a:r>
              <a:rPr sz="1800" dirty="0" err="1"/>
              <a:t>было</a:t>
            </a:r>
            <a:r>
              <a:rPr sz="1800" dirty="0"/>
              <a:t> </a:t>
            </a:r>
            <a:r>
              <a:rPr sz="1800" dirty="0" err="1"/>
              <a:t>не</a:t>
            </a:r>
            <a:r>
              <a:rPr sz="1800" dirty="0"/>
              <a:t> </a:t>
            </a:r>
            <a:r>
              <a:rPr sz="1800" dirty="0" err="1"/>
              <a:t>готово</a:t>
            </a:r>
            <a:r>
              <a:rPr sz="1800" dirty="0"/>
              <a:t>. </a:t>
            </a:r>
            <a:r>
              <a:rPr sz="1800" dirty="0" err="1"/>
              <a:t>Разошлись</a:t>
            </a:r>
            <a:r>
              <a:rPr sz="1800" dirty="0"/>
              <a:t> </a:t>
            </a:r>
            <a:r>
              <a:rPr sz="1800" dirty="0" err="1"/>
              <a:t>обоюдно</a:t>
            </a:r>
            <a:r>
              <a:rPr sz="1800" dirty="0"/>
              <a:t>. </a:t>
            </a:r>
            <a:r>
              <a:rPr sz="1800" dirty="0" err="1"/>
              <a:t>Моя</a:t>
            </a:r>
            <a:r>
              <a:rPr sz="1800" dirty="0"/>
              <a:t> </a:t>
            </a:r>
            <a:r>
              <a:rPr sz="1800" dirty="0" err="1"/>
              <a:t>страсть</a:t>
            </a:r>
            <a:r>
              <a:rPr sz="1800" dirty="0"/>
              <a:t> — </a:t>
            </a:r>
            <a:r>
              <a:rPr sz="1800" dirty="0" err="1"/>
              <a:t>Коммерция</a:t>
            </a:r>
            <a:r>
              <a:rPr sz="1800" dirty="0"/>
              <a:t> (B2B), </a:t>
            </a:r>
            <a:r>
              <a:rPr sz="1800" dirty="0" err="1"/>
              <a:t>поэтому</a:t>
            </a:r>
            <a:r>
              <a:rPr sz="1800" dirty="0"/>
              <a:t> я </a:t>
            </a:r>
            <a:r>
              <a:rPr sz="1800" dirty="0" err="1"/>
              <a:t>здесь</a:t>
            </a:r>
            <a:r>
              <a:rPr sz="1800" dirty="0"/>
              <a:t>.'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Стратегия: Разговор с Топ-менеджерами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 err="1"/>
              <a:t>Цель</a:t>
            </a:r>
            <a:r>
              <a:rPr sz="1800" dirty="0"/>
              <a:t>: </a:t>
            </a:r>
            <a:r>
              <a:rPr sz="1800" dirty="0" err="1"/>
              <a:t>Говорить</a:t>
            </a:r>
            <a:r>
              <a:rPr sz="1800" dirty="0"/>
              <a:t> </a:t>
            </a:r>
            <a:r>
              <a:rPr sz="1800" dirty="0" err="1"/>
              <a:t>на</a:t>
            </a:r>
            <a:r>
              <a:rPr sz="1800" dirty="0"/>
              <a:t> </a:t>
            </a:r>
            <a:r>
              <a:rPr sz="1800" dirty="0" err="1"/>
              <a:t>языке</a:t>
            </a:r>
            <a:r>
              <a:rPr sz="1800" dirty="0"/>
              <a:t> P&amp;L (</a:t>
            </a:r>
            <a:r>
              <a:rPr sz="1800" dirty="0" err="1"/>
              <a:t>Прибыль</a:t>
            </a:r>
            <a:r>
              <a:rPr sz="1800" dirty="0"/>
              <a:t>/</a:t>
            </a:r>
            <a:r>
              <a:rPr sz="1800" dirty="0" err="1"/>
              <a:t>Убытки</a:t>
            </a:r>
            <a:r>
              <a:rPr sz="1800" dirty="0"/>
              <a:t>).</a:t>
            </a:r>
          </a:p>
          <a:p>
            <a:r>
              <a:rPr sz="1800" dirty="0"/>
              <a:t>- </a:t>
            </a:r>
            <a:r>
              <a:rPr sz="1800" dirty="0" err="1"/>
              <a:t>Аудит</a:t>
            </a:r>
            <a:r>
              <a:rPr sz="1800" dirty="0"/>
              <a:t> (1-й </a:t>
            </a:r>
            <a:r>
              <a:rPr sz="1800" dirty="0" err="1"/>
              <a:t>месяц</a:t>
            </a:r>
            <a:r>
              <a:rPr sz="1800" dirty="0"/>
              <a:t>): АВС/XYZ </a:t>
            </a:r>
            <a:r>
              <a:rPr sz="1800" dirty="0" err="1"/>
              <a:t>анализ</a:t>
            </a:r>
            <a:r>
              <a:rPr sz="1800" dirty="0"/>
              <a:t> 140 </a:t>
            </a:r>
            <a:r>
              <a:rPr sz="1800" dirty="0" err="1"/>
              <a:t>моделей</a:t>
            </a:r>
            <a:r>
              <a:rPr sz="1800" dirty="0"/>
              <a:t> </a:t>
            </a:r>
            <a:r>
              <a:rPr sz="1800" dirty="0" err="1"/>
              <a:t>ассортимента</a:t>
            </a:r>
            <a:r>
              <a:rPr sz="1800" dirty="0"/>
              <a:t> и </a:t>
            </a:r>
            <a:r>
              <a:rPr sz="1800" dirty="0" err="1"/>
              <a:t>всех</a:t>
            </a:r>
            <a:r>
              <a:rPr sz="1800" dirty="0"/>
              <a:t> </a:t>
            </a:r>
            <a:r>
              <a:rPr sz="1800" dirty="0" err="1"/>
              <a:t>дистрибьюторов</a:t>
            </a:r>
            <a:r>
              <a:rPr sz="1800" dirty="0"/>
              <a:t>.</a:t>
            </a:r>
          </a:p>
          <a:p>
            <a:r>
              <a:rPr sz="1800" dirty="0"/>
              <a:t>- </a:t>
            </a:r>
            <a:r>
              <a:rPr sz="1800" dirty="0" err="1"/>
              <a:t>Маржа</a:t>
            </a:r>
            <a:r>
              <a:rPr sz="1800" dirty="0"/>
              <a:t>, а </a:t>
            </a:r>
            <a:r>
              <a:rPr sz="1800" dirty="0" err="1"/>
              <a:t>не</a:t>
            </a:r>
            <a:r>
              <a:rPr sz="1800" dirty="0"/>
              <a:t> </a:t>
            </a:r>
            <a:r>
              <a:rPr sz="1800" dirty="0" err="1"/>
              <a:t>оборот</a:t>
            </a:r>
            <a:r>
              <a:rPr sz="1800" dirty="0"/>
              <a:t>: </a:t>
            </a:r>
            <a:r>
              <a:rPr sz="1800" dirty="0" err="1"/>
              <a:t>Перевод</a:t>
            </a:r>
            <a:r>
              <a:rPr sz="1800" dirty="0"/>
              <a:t> </a:t>
            </a:r>
            <a:r>
              <a:rPr sz="1800" dirty="0" err="1"/>
              <a:t>мотивации</a:t>
            </a:r>
            <a:r>
              <a:rPr sz="1800" dirty="0"/>
              <a:t> </a:t>
            </a:r>
            <a:r>
              <a:rPr sz="1800" dirty="0" err="1"/>
              <a:t>РОПов</a:t>
            </a:r>
            <a:r>
              <a:rPr sz="1800" dirty="0"/>
              <a:t> </a:t>
            </a:r>
            <a:r>
              <a:rPr sz="1800" dirty="0" err="1"/>
              <a:t>на</a:t>
            </a:r>
            <a:r>
              <a:rPr sz="1800" dirty="0"/>
              <a:t> </a:t>
            </a:r>
            <a:r>
              <a:rPr sz="1800" dirty="0" err="1"/>
              <a:t>валовую</a:t>
            </a:r>
            <a:r>
              <a:rPr sz="1800" dirty="0"/>
              <a:t> </a:t>
            </a:r>
            <a:r>
              <a:rPr sz="1800" dirty="0" err="1"/>
              <a:t>прибыль</a:t>
            </a:r>
            <a:r>
              <a:rPr sz="1800" dirty="0"/>
              <a:t> и </a:t>
            </a:r>
            <a:r>
              <a:rPr sz="1800" dirty="0" err="1"/>
              <a:t>сбор</a:t>
            </a:r>
            <a:r>
              <a:rPr sz="1800" dirty="0"/>
              <a:t> </a:t>
            </a:r>
            <a:r>
              <a:rPr sz="1800" dirty="0" err="1"/>
              <a:t>дебиторки</a:t>
            </a:r>
            <a:r>
              <a:rPr sz="1800" dirty="0"/>
              <a:t>.</a:t>
            </a:r>
          </a:p>
          <a:p>
            <a:r>
              <a:rPr sz="1800" dirty="0"/>
              <a:t>- </a:t>
            </a:r>
            <a:r>
              <a:rPr sz="1800" dirty="0" err="1"/>
              <a:t>Дилерская</a:t>
            </a:r>
            <a:r>
              <a:rPr sz="1800" dirty="0"/>
              <a:t> </a:t>
            </a:r>
            <a:r>
              <a:rPr sz="1800" dirty="0" err="1"/>
              <a:t>сеть</a:t>
            </a:r>
            <a:r>
              <a:rPr sz="1800" dirty="0"/>
              <a:t>: </a:t>
            </a:r>
            <a:r>
              <a:rPr sz="1800" dirty="0" err="1"/>
              <a:t>Жесткие</a:t>
            </a:r>
            <a:r>
              <a:rPr sz="1800" dirty="0"/>
              <a:t> </a:t>
            </a:r>
            <a:r>
              <a:rPr sz="1800" dirty="0" err="1"/>
              <a:t>грейды</a:t>
            </a:r>
            <a:r>
              <a:rPr sz="1800" dirty="0"/>
              <a:t> (</a:t>
            </a:r>
            <a:r>
              <a:rPr sz="1800" dirty="0" err="1"/>
              <a:t>скидки</a:t>
            </a:r>
            <a:r>
              <a:rPr sz="1800" dirty="0"/>
              <a:t> </a:t>
            </a:r>
            <a:r>
              <a:rPr sz="1800" dirty="0" err="1"/>
              <a:t>за</a:t>
            </a:r>
            <a:r>
              <a:rPr sz="1800" dirty="0"/>
              <a:t> </a:t>
            </a:r>
            <a:r>
              <a:rPr sz="1800" dirty="0" err="1"/>
              <a:t>объем</a:t>
            </a:r>
            <a:r>
              <a:rPr sz="1800" dirty="0"/>
              <a:t> и </a:t>
            </a:r>
            <a:r>
              <a:rPr sz="1800" dirty="0" err="1"/>
              <a:t>финансовую</a:t>
            </a:r>
            <a:r>
              <a:rPr sz="1800" dirty="0"/>
              <a:t> </a:t>
            </a:r>
            <a:r>
              <a:rPr sz="1800" dirty="0" err="1"/>
              <a:t>дисциплину</a:t>
            </a:r>
            <a:r>
              <a:rPr sz="1800" dirty="0"/>
              <a:t>).</a:t>
            </a:r>
          </a:p>
          <a:p>
            <a:r>
              <a:rPr sz="1800" dirty="0"/>
              <a:t>- </a:t>
            </a:r>
            <a:r>
              <a:rPr sz="1800" dirty="0" err="1"/>
              <a:t>Оборотный</a:t>
            </a:r>
            <a:r>
              <a:rPr sz="1800" dirty="0"/>
              <a:t> </a:t>
            </a:r>
            <a:r>
              <a:rPr sz="1800" dirty="0" err="1"/>
              <a:t>капитал</a:t>
            </a:r>
            <a:r>
              <a:rPr sz="1800" dirty="0"/>
              <a:t>: </a:t>
            </a:r>
            <a:r>
              <a:rPr sz="1800" dirty="0" err="1"/>
              <a:t>Переход</a:t>
            </a:r>
            <a:r>
              <a:rPr sz="1800" dirty="0"/>
              <a:t> </a:t>
            </a:r>
            <a:r>
              <a:rPr sz="1800" dirty="0" err="1"/>
              <a:t>от</a:t>
            </a:r>
            <a:r>
              <a:rPr sz="1800" dirty="0"/>
              <a:t> '</a:t>
            </a:r>
            <a:r>
              <a:rPr sz="1800" dirty="0" err="1"/>
              <a:t>всем</a:t>
            </a:r>
            <a:r>
              <a:rPr sz="1800" dirty="0"/>
              <a:t> </a:t>
            </a:r>
            <a:r>
              <a:rPr sz="1800" dirty="0" err="1"/>
              <a:t>за</a:t>
            </a:r>
            <a:r>
              <a:rPr sz="1800" dirty="0"/>
              <a:t> 48 </a:t>
            </a:r>
            <a:r>
              <a:rPr sz="1800" dirty="0" err="1"/>
              <a:t>часов</a:t>
            </a:r>
            <a:r>
              <a:rPr sz="1800" dirty="0"/>
              <a:t>' к </a:t>
            </a:r>
            <a:r>
              <a:rPr sz="1800" dirty="0" err="1"/>
              <a:t>предзаказам</a:t>
            </a:r>
            <a:r>
              <a:rPr sz="1800" dirty="0"/>
              <a:t> </a:t>
            </a:r>
            <a:r>
              <a:rPr sz="1800" dirty="0" err="1"/>
              <a:t>для</a:t>
            </a:r>
            <a:r>
              <a:rPr sz="1800" dirty="0"/>
              <a:t> </a:t>
            </a:r>
            <a:r>
              <a:rPr sz="1800" dirty="0" err="1"/>
              <a:t>неключевых</a:t>
            </a:r>
            <a:r>
              <a:rPr sz="1800" dirty="0"/>
              <a:t> </a:t>
            </a:r>
            <a:r>
              <a:rPr sz="1800" dirty="0" err="1"/>
              <a:t>партнеров</a:t>
            </a:r>
            <a:r>
              <a:rPr sz="1800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Ваши вопросы (Киллер-фичи)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 err="1"/>
              <a:t>Спрашивайте</a:t>
            </a:r>
            <a:r>
              <a:rPr sz="1800" dirty="0"/>
              <a:t> в </a:t>
            </a:r>
            <a:r>
              <a:rPr sz="1800" dirty="0" err="1"/>
              <a:t>конце</a:t>
            </a:r>
            <a:r>
              <a:rPr sz="1800" dirty="0"/>
              <a:t> </a:t>
            </a:r>
            <a:r>
              <a:rPr sz="1800" dirty="0" err="1"/>
              <a:t>интервью</a:t>
            </a:r>
            <a:r>
              <a:rPr sz="1800" dirty="0"/>
              <a:t>:</a:t>
            </a:r>
          </a:p>
          <a:p>
            <a:r>
              <a:rPr sz="1800" dirty="0"/>
              <a:t>1. '</a:t>
            </a:r>
            <a:r>
              <a:rPr sz="1800" dirty="0" err="1"/>
              <a:t>За</a:t>
            </a:r>
            <a:r>
              <a:rPr sz="1800" dirty="0"/>
              <a:t> </a:t>
            </a:r>
            <a:r>
              <a:rPr sz="1800" dirty="0" err="1"/>
              <a:t>счет</a:t>
            </a:r>
            <a:r>
              <a:rPr sz="1800" dirty="0"/>
              <a:t> </a:t>
            </a:r>
            <a:r>
              <a:rPr sz="1800" dirty="0" err="1"/>
              <a:t>чего</a:t>
            </a:r>
            <a:r>
              <a:rPr sz="1800" dirty="0"/>
              <a:t> </a:t>
            </a:r>
            <a:r>
              <a:rPr sz="1800" dirty="0" err="1"/>
              <a:t>вы</a:t>
            </a:r>
            <a:r>
              <a:rPr sz="1800" dirty="0"/>
              <a:t> </a:t>
            </a:r>
            <a:r>
              <a:rPr sz="1800" dirty="0" err="1"/>
              <a:t>видите</a:t>
            </a:r>
            <a:r>
              <a:rPr sz="1800" dirty="0"/>
              <a:t> </a:t>
            </a:r>
            <a:r>
              <a:rPr sz="1800" dirty="0" err="1"/>
              <a:t>кратный</a:t>
            </a:r>
            <a:r>
              <a:rPr sz="1800" dirty="0"/>
              <a:t> </a:t>
            </a:r>
            <a:r>
              <a:rPr sz="1800" dirty="0" err="1"/>
              <a:t>рост</a:t>
            </a:r>
            <a:r>
              <a:rPr sz="1800" dirty="0"/>
              <a:t> (x3)? </a:t>
            </a:r>
            <a:r>
              <a:rPr sz="1800" dirty="0" err="1"/>
              <a:t>Новые</a:t>
            </a:r>
            <a:r>
              <a:rPr sz="1800" dirty="0"/>
              <a:t> </a:t>
            </a:r>
            <a:r>
              <a:rPr sz="1800" dirty="0" err="1"/>
              <a:t>продукты</a:t>
            </a:r>
            <a:r>
              <a:rPr sz="1800" dirty="0"/>
              <a:t>, </a:t>
            </a:r>
            <a:r>
              <a:rPr sz="1800" dirty="0" err="1"/>
              <a:t>регионы</a:t>
            </a:r>
            <a:r>
              <a:rPr sz="1800" dirty="0"/>
              <a:t> </a:t>
            </a:r>
            <a:r>
              <a:rPr sz="1800" dirty="0" err="1"/>
              <a:t>или</a:t>
            </a:r>
            <a:r>
              <a:rPr sz="1800" dirty="0"/>
              <a:t> </a:t>
            </a:r>
            <a:r>
              <a:rPr sz="1800" dirty="0" err="1"/>
              <a:t>замена</a:t>
            </a:r>
            <a:r>
              <a:rPr sz="1800" dirty="0"/>
              <a:t> СТМ?'</a:t>
            </a:r>
          </a:p>
          <a:p>
            <a:r>
              <a:rPr sz="1800" dirty="0"/>
              <a:t>2. '</a:t>
            </a:r>
            <a:r>
              <a:rPr sz="1800" dirty="0" err="1"/>
              <a:t>Как</a:t>
            </a:r>
            <a:r>
              <a:rPr sz="1800" dirty="0"/>
              <a:t> </a:t>
            </a:r>
            <a:r>
              <a:rPr sz="1800" dirty="0" err="1"/>
              <a:t>вы</a:t>
            </a:r>
            <a:r>
              <a:rPr sz="1800" dirty="0"/>
              <a:t> </a:t>
            </a:r>
            <a:r>
              <a:rPr sz="1800" dirty="0" err="1"/>
              <a:t>защищаете</a:t>
            </a:r>
            <a:r>
              <a:rPr sz="1800" dirty="0"/>
              <a:t> </a:t>
            </a:r>
            <a:r>
              <a:rPr sz="1800" dirty="0" err="1"/>
              <a:t>своих</a:t>
            </a:r>
            <a:r>
              <a:rPr sz="1800" dirty="0"/>
              <a:t> </a:t>
            </a:r>
            <a:r>
              <a:rPr sz="1800" dirty="0" err="1"/>
              <a:t>классических</a:t>
            </a:r>
            <a:r>
              <a:rPr sz="1800" dirty="0"/>
              <a:t> </a:t>
            </a:r>
            <a:r>
              <a:rPr sz="1800" dirty="0" err="1"/>
              <a:t>дилеров</a:t>
            </a:r>
            <a:r>
              <a:rPr sz="1800" dirty="0"/>
              <a:t> </a:t>
            </a:r>
            <a:r>
              <a:rPr sz="1800" dirty="0" err="1"/>
              <a:t>от</a:t>
            </a:r>
            <a:r>
              <a:rPr sz="1800" dirty="0"/>
              <a:t> </a:t>
            </a:r>
            <a:r>
              <a:rPr sz="1800" dirty="0" err="1"/>
              <a:t>ценового</a:t>
            </a:r>
            <a:r>
              <a:rPr sz="1800" dirty="0"/>
              <a:t> </a:t>
            </a:r>
            <a:r>
              <a:rPr sz="1800" dirty="0" err="1"/>
              <a:t>демпинга</a:t>
            </a:r>
            <a:r>
              <a:rPr sz="1800" dirty="0"/>
              <a:t> </a:t>
            </a:r>
            <a:r>
              <a:rPr sz="1800" dirty="0" err="1"/>
              <a:t>на</a:t>
            </a:r>
            <a:r>
              <a:rPr sz="1800" dirty="0"/>
              <a:t> </a:t>
            </a:r>
            <a:r>
              <a:rPr sz="1800" dirty="0" err="1"/>
              <a:t>маркетплейсах</a:t>
            </a:r>
            <a:r>
              <a:rPr sz="1800" dirty="0"/>
              <a:t>?'</a:t>
            </a:r>
          </a:p>
          <a:p>
            <a:r>
              <a:rPr sz="1800" dirty="0"/>
              <a:t>3. '</a:t>
            </a:r>
            <a:r>
              <a:rPr sz="1800" dirty="0" err="1"/>
              <a:t>Готовы</a:t>
            </a:r>
            <a:r>
              <a:rPr sz="1800" dirty="0"/>
              <a:t> </a:t>
            </a:r>
            <a:r>
              <a:rPr sz="1800" dirty="0" err="1"/>
              <a:t>ли</a:t>
            </a:r>
            <a:r>
              <a:rPr sz="1800" dirty="0"/>
              <a:t> </a:t>
            </a:r>
            <a:r>
              <a:rPr sz="1800" dirty="0" err="1"/>
              <a:t>вы</a:t>
            </a:r>
            <a:r>
              <a:rPr sz="1800" dirty="0"/>
              <a:t> </a:t>
            </a:r>
            <a:r>
              <a:rPr sz="1800" dirty="0" err="1"/>
              <a:t>ради</a:t>
            </a:r>
            <a:r>
              <a:rPr sz="1800" dirty="0"/>
              <a:t> </a:t>
            </a:r>
            <a:r>
              <a:rPr sz="1800" dirty="0" err="1"/>
              <a:t>чистой</a:t>
            </a:r>
            <a:r>
              <a:rPr sz="1800" dirty="0"/>
              <a:t> </a:t>
            </a:r>
            <a:r>
              <a:rPr sz="1800" dirty="0" err="1"/>
              <a:t>прибыли</a:t>
            </a:r>
            <a:r>
              <a:rPr sz="1800" dirty="0"/>
              <a:t> </a:t>
            </a:r>
            <a:r>
              <a:rPr sz="1800" dirty="0" err="1"/>
              <a:t>отказаться</a:t>
            </a:r>
            <a:r>
              <a:rPr sz="1800" dirty="0"/>
              <a:t> </a:t>
            </a:r>
            <a:r>
              <a:rPr sz="1800" dirty="0" err="1"/>
              <a:t>от</a:t>
            </a:r>
            <a:r>
              <a:rPr sz="1800" dirty="0"/>
              <a:t> '</a:t>
            </a:r>
            <a:r>
              <a:rPr sz="1800" dirty="0" err="1"/>
              <a:t>отгрузки</a:t>
            </a:r>
            <a:r>
              <a:rPr sz="1800" dirty="0"/>
              <a:t> </a:t>
            </a:r>
            <a:r>
              <a:rPr sz="1800" dirty="0" err="1"/>
              <a:t>за</a:t>
            </a:r>
            <a:r>
              <a:rPr sz="1800" dirty="0"/>
              <a:t> 48ч' </a:t>
            </a:r>
            <a:r>
              <a:rPr sz="1800" dirty="0" err="1"/>
              <a:t>для</a:t>
            </a:r>
            <a:r>
              <a:rPr sz="1800" dirty="0"/>
              <a:t> </a:t>
            </a:r>
            <a:r>
              <a:rPr sz="1800" dirty="0" err="1"/>
              <a:t>слабых</a:t>
            </a:r>
            <a:r>
              <a:rPr sz="1800" dirty="0"/>
              <a:t> </a:t>
            </a:r>
            <a:r>
              <a:rPr sz="1800" dirty="0" err="1"/>
              <a:t>клиентов</a:t>
            </a:r>
            <a:r>
              <a:rPr sz="1800" dirty="0"/>
              <a:t>?'</a:t>
            </a:r>
          </a:p>
          <a:p>
            <a:r>
              <a:rPr sz="1800" dirty="0"/>
              <a:t>4. '</a:t>
            </a:r>
            <a:r>
              <a:rPr sz="1800" dirty="0" err="1"/>
              <a:t>Будет</a:t>
            </a:r>
            <a:r>
              <a:rPr sz="1800" dirty="0"/>
              <a:t> </a:t>
            </a:r>
            <a:r>
              <a:rPr sz="1800" dirty="0" err="1"/>
              <a:t>ли</a:t>
            </a:r>
            <a:r>
              <a:rPr sz="1800" dirty="0"/>
              <a:t> у </a:t>
            </a:r>
            <a:r>
              <a:rPr sz="1800" dirty="0" err="1"/>
              <a:t>меня</a:t>
            </a:r>
            <a:r>
              <a:rPr sz="1800" dirty="0"/>
              <a:t> </a:t>
            </a:r>
            <a:r>
              <a:rPr sz="1800" dirty="0" err="1"/>
              <a:t>карт-бланш</a:t>
            </a:r>
            <a:r>
              <a:rPr sz="1800" dirty="0"/>
              <a:t> </a:t>
            </a:r>
            <a:r>
              <a:rPr sz="1800" dirty="0" err="1"/>
              <a:t>на</a:t>
            </a:r>
            <a:r>
              <a:rPr sz="1800" dirty="0"/>
              <a:t> </a:t>
            </a:r>
            <a:r>
              <a:rPr sz="1800" dirty="0" err="1"/>
              <a:t>полное</a:t>
            </a:r>
            <a:r>
              <a:rPr sz="1800" dirty="0"/>
              <a:t> </a:t>
            </a:r>
            <a:r>
              <a:rPr sz="1800" dirty="0" err="1"/>
              <a:t>изменение</a:t>
            </a:r>
            <a:r>
              <a:rPr sz="1800" dirty="0"/>
              <a:t> </a:t>
            </a:r>
            <a:r>
              <a:rPr sz="1800" dirty="0" err="1"/>
              <a:t>системы</a:t>
            </a:r>
            <a:r>
              <a:rPr sz="1800" dirty="0"/>
              <a:t> KPI и, </a:t>
            </a:r>
            <a:r>
              <a:rPr sz="1800" dirty="0" err="1"/>
              <a:t>при</a:t>
            </a:r>
            <a:r>
              <a:rPr sz="1800" dirty="0"/>
              <a:t> </a:t>
            </a:r>
            <a:r>
              <a:rPr sz="1800" dirty="0" err="1"/>
              <a:t>необходимости</a:t>
            </a:r>
            <a:r>
              <a:rPr sz="1800" dirty="0"/>
              <a:t>, </a:t>
            </a:r>
            <a:r>
              <a:rPr sz="1800" dirty="0" err="1"/>
              <a:t>команды</a:t>
            </a:r>
            <a:r>
              <a:rPr sz="1800" dirty="0"/>
              <a:t>?'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519</Words>
  <Application>Microsoft Office PowerPoint</Application>
  <PresentationFormat>Экран (4:3)</PresentationFormat>
  <Paragraphs>38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Шпаргалка к собеседованию: GWARD</vt:lpstr>
      <vt:lpstr>1. Досье на компанию GWARD</vt:lpstr>
      <vt:lpstr>2. Инсайд: Почему они ищут Комдира</vt:lpstr>
      <vt:lpstr>3. Стратегия: Разговор с HR</vt:lpstr>
      <vt:lpstr>4. Легенда: Уход из Blesk InCare</vt:lpstr>
      <vt:lpstr>5. Стратегия: Разговор с Топ-менеджерами</vt:lpstr>
      <vt:lpstr>6. Ваши вопросы (Киллер-фичи)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Сергей К</cp:lastModifiedBy>
  <cp:revision>2</cp:revision>
  <dcterms:created xsi:type="dcterms:W3CDTF">2013-01-27T09:14:16Z</dcterms:created>
  <dcterms:modified xsi:type="dcterms:W3CDTF">2026-04-01T10:07:30Z</dcterms:modified>
  <cp:category/>
</cp:coreProperties>
</file>