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Шпаргалка к собеседованию: GWARD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Подготовка к встречам с HR и Руководством</a:t>
            </a:r>
          </a:p>
          <a:p>
            <a:r>
              <a:t>(Конфиденциально, для кандидата)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Досье на компанию GWARD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Ключевые вводные:</a:t>
            </a:r>
          </a:p>
          <a:p>
            <a:r>
              <a:t>- Масштаб: Производитель СИЗ рук (&gt;140 моделей), отгружает &gt;3 млн пар/мес.</a:t>
            </a:r>
          </a:p>
          <a:p>
            <a:r>
              <a:t>- Лица: Максим Романенко (Владелец), Александр Ермаченко (Ген. директор).</a:t>
            </a:r>
          </a:p>
          <a:p>
            <a:r>
              <a:t>- Финансы: Выручка ~1.1-1.5 млрд руб. В 2024 году был спад выручки и минус по прибыли.</a:t>
            </a:r>
          </a:p>
          <a:p>
            <a:r>
              <a:t>- Модель: Огромные запасы на складах (5-300 тыс. пар каждой модели) для отгрузки за 48 часов.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Инсайд: Почему они ищут Комдира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Они уперлись в потолок старой модели продаж:</a:t>
            </a:r>
          </a:p>
          <a:p>
            <a:r>
              <a:t>- Замороженные деньги: Переизбыток товара на складах (ради отгрузки за 48ч) съедает P&amp;L.</a:t>
            </a:r>
          </a:p>
          <a:p>
            <a:r>
              <a:t>- Демпинг и дилеры: Отсутствие жесткой коммерческой политики и контроля РРЦ.</a:t>
            </a:r>
          </a:p>
          <a:p>
            <a:r>
              <a:t>- Отдел продаж (30+ человек): Продают объем, а не маржу. Не хватает оцифровки и CRM.</a:t>
            </a:r>
          </a:p>
          <a:p>
            <a:r>
              <a:t>--&gt; ИМ НУЖЕН: Архитектор, который остановит 'разбазаривание' и выведет прибыль в плюс.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Стратегия: Разговор с HR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Цель: Показать адекватность, 'софты' и масштаб.</a:t>
            </a:r>
          </a:p>
          <a:p>
            <a:r>
              <a:t>- Внутренний кандидат: Согласитесь, что им нужен человек с 'внешней насмотренностью'. Ваш опыт в Ansell и Portwest идеален.</a:t>
            </a:r>
          </a:p>
          <a:p>
            <a:r>
              <a:t>- Позиционирование: Вы не 'супер-продавец', вы — системный управленец, который внедряет аналитику и CRM.</a:t>
            </a:r>
          </a:p>
          <a:p>
            <a:r>
              <a:t>- Продукт: Знаете рынок СИЗ, понимаете, как забрать долю у ушедших 'европейцев'.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Легенда: Уход из Blesk InCare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Как правильно объяснить ситуацию без негатива:</a:t>
            </a:r>
          </a:p>
          <a:p>
            <a:r>
              <a:t>1. '3 года успешно строил коммерцию (Текстиль), перевыполнял планы.'</a:t>
            </a:r>
          </a:p>
          <a:p>
            <a:r>
              <a:t>2. 'Доверили сложный кризисный проект по логистике перед самым сезоном с внедрением сырой 1С.'</a:t>
            </a:r>
          </a:p>
          <a:p>
            <a:r>
              <a:t>3. 'Вскрылся минус матричной структуры: ответственность на мне, а управление исполнителями (водителями) - у других.'</a:t>
            </a:r>
          </a:p>
          <a:p>
            <a:r>
              <a:t>4. 'Нам требовалась жесткая централизация, но руководство было не готово. Разошлись обоюдно. Моя страсть — Коммерция (B2B), поэтому я здесь.'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Стратегия: Разговор с Топ-менеджерами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Цель: Говорить на языке P&amp;L (Прибыль/Убытки).</a:t>
            </a:r>
          </a:p>
          <a:p>
            <a:r>
              <a:t>- Аудит (1-й месяц): АВС/XYZ анализ 140 моделей ассортимента и всех дистрибьюторов.</a:t>
            </a:r>
          </a:p>
          <a:p>
            <a:r>
              <a:t>- Маржа, а не оборот: Перевод мотивации РОПов на валовую прибыль и сбор дебиторки.</a:t>
            </a:r>
          </a:p>
          <a:p>
            <a:r>
              <a:t>- Дилерская сеть: Жесткие грейды (скидки за объем и финансовую дисциплину).</a:t>
            </a:r>
          </a:p>
          <a:p>
            <a:r>
              <a:t>- Оборотный капитал: Переход от 'всем за 48 часов' к предзаказам для неключевых партнеров.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Ваши вопросы к HR (Киллер-фичи)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Вопросы, чтобы показать системный подход:</a:t>
            </a:r>
          </a:p>
          <a:p>
            <a:r>
              <a:t>1. 'Как вы оцениваете корпоративную культуру? Она больше про жесткую иерархию или про гибкость и инициативу?'</a:t>
            </a:r>
          </a:p>
          <a:p>
            <a:r>
              <a:t>2. 'Какие 2-3 ключевые задачи будут стоять перед новым Комдиром на испытательный срок (первые 3 месяца)?'</a:t>
            </a:r>
          </a:p>
          <a:p>
            <a:r>
              <a:t>3. 'Есть ли уже утвержденный бюджет на автоматизацию (CRM/ERP), или мне предстоит его защищать с нуля?'</a:t>
            </a:r>
          </a:p>
          <a:p>
            <a:r>
              <a:t>4. 'Насколько текущая команда отдела продаж (30 чел) готова к изменениям и оцифровке процессов?'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Ваши вопросы к ТОПам (Владельцу/ГД)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Спрашивайте в конце интервью с руководством:</a:t>
            </a:r>
          </a:p>
          <a:p>
            <a:r>
              <a:t>1. 'За счет чего вы видите кратный рост (x3)? Новые продукты, регионы или замена СТМ?'</a:t>
            </a:r>
          </a:p>
          <a:p>
            <a:r>
              <a:t>2. 'Как вы защищаете своих классических дилеров от ценового демпинга на маркетплейсах?'</a:t>
            </a:r>
          </a:p>
          <a:p>
            <a:r>
              <a:t>3. 'Готовы ли вы ради чистой прибыли отказаться от 'отгрузки за 48ч' для слабых клиентов?'</a:t>
            </a:r>
          </a:p>
          <a:p>
            <a:r>
              <a:t>4. 'Будет ли у меня карт-бланш на полное изменение системы KPI и, при необходимости, команды?'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